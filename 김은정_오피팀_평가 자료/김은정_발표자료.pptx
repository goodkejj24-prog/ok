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3B30"/>
          </a:solidFill>
          <a:ln w="12700">
            <a:solidFill>
              <a:srgbClr val="4A3B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431A"/>
          </a:solidFill>
          <a:ln w="12700">
            <a:solidFill>
              <a:srgbClr val="E84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법무사보수 자동계산기 (부동산 시세 임장리스트)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188720" cy="347472"/>
          </a:xfrm>
          <a:prstGeom prst="rect">
            <a:avLst>
              <a:gd name="adj" fmla="val 10526"/>
            </a:avLst>
          </a:prstGeom>
          <a:solidFill>
            <a:srgbClr val="E8431A"/>
          </a:solidFill>
          <a:ln w="12700">
            <a:solidFill>
              <a:srgbClr val="E84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09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731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오피팀  김은정 차장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115568"/>
            <a:ext cx="64008" cy="3337560"/>
          </a:xfrm>
          <a:prstGeom prst="rect">
            <a:avLst/>
          </a:prstGeom>
          <a:solidFill>
            <a:srgbClr val="E8431A"/>
          </a:solidFill>
          <a:ln w="12700">
            <a:solidFill>
              <a:srgbClr val="E84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234440"/>
            <a:ext cx="347472" cy="347472"/>
          </a:xfrm>
          <a:prstGeom prst="ellipse">
            <a:avLst/>
          </a:prstGeom>
          <a:solidFill>
            <a:srgbClr val="E8431A"/>
          </a:solidFill>
          <a:ln w="12700">
            <a:solidFill>
              <a:srgbClr val="E84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" y="123444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개발배경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25146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55648"/>
            <a:ext cx="24231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Point: 부동산 매수 검토 시 취득세, 중개수수료, 법무사보수 등 부대비용을 매번 수동 계산해야 하며, 토지거래허가구역 여부에 따라 실투자금 산출 방식이 달라져 혼란이 발생함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As-Is: 엑셀이나 계산기로 매물별 취득세(1.1%), 중개수수료(0.4%)를 하나씩 계산하고, 갭투자 가능 여부를 별도로 확인한 뒤 실투자금을 수기로 산출 → 시간 소모 크고 실수 가능성 높음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To-Be: 매매가/전세가/토허제 여부만 입력하면 취득세·중개수수료·실투자금이 자동 산출되고, 갭투자 가능 여부에 따라 투자유형별 필요 자본금이 즉시 표시됨. 4개 지역 40+개 매물에 대해 일괄 자동 계산 및 비교 가능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115568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15568"/>
            <a:ext cx="64008" cy="333756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1234440"/>
            <a:ext cx="347472" cy="34747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85616" y="123444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개발과정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1664208"/>
            <a:ext cx="25146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755648"/>
            <a:ext cx="24231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기능: **취득세 자동계산**: 매매가 × 1.1% (취득세율 상수 기반)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기능: **중개수수료 자동계산**: 매매가 × 0.4% (중개수수료율 상수 기반)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기능: **토지거래허가구역 판정**: 아파트 소재지 법정동 기준 토허제 여부 자동 매칭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도구: **Claude Code**: 전체 프로젝트 구현 오케스트레이션 (멀티 에이전트 구조)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도구: **Next.js 16 + React 19**: 프론트엔드 대시보드 프레임워크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1115568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115568"/>
            <a:ext cx="64008" cy="3337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123444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57416" y="123444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사용/기대효과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1664208"/>
            <a:ext cx="25146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755648"/>
            <a:ext cx="24231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구현 시 어려웠던 점과 해결 방법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**투자유형별 분기 로직**: 토허제 지역은 갭투자 불가(매매가 전액 필요), 비토허제 지역은 갭만 필요 → `isLandPermitZone` boolean 플래그로 분기하여 `realInvestment` 산출 공식을 달리 적용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**데이터 일관성**: 4개 지역 × 다수 매물에 대해 동일한 계산 로직 보장 필요 → `createApartment()` 팩토리 함수에 계산 로직을 집중시켜 모든 mock-data 파일에서 동일 공식 적용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**가격 표시 포맷**: 억/만 단위 혼합 표기(예: "2억 3,000만") → `formatPrice()` 유틸리티로 자동 변환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3B30"/>
          </a:solidFill>
          <a:ln w="12700">
            <a:solidFill>
              <a:srgbClr val="4A3B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2기 | OK금융그룹 인재개발팀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2026-03-19T08:53:02Z</dcterms:created>
  <dcterms:modified xsi:type="dcterms:W3CDTF">2026-03-19T08:53:02Z</dcterms:modified>
</cp:coreProperties>
</file>